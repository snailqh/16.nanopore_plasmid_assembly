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4800"/>
              <a:t>Nanopore Plasmid Assembly</a:t>
            </a:r>
            <a:endParaRPr lang="en-US" altLang="zh-CN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July 03, 2025</a:t>
            </a:r>
            <a:endParaRPr lang="en-US" altLang="zh-CN"/>
          </a:p>
          <a:p>
            <a:r>
              <a:rPr lang="en-US" altLang="zh-CN"/>
              <a:t>Qinghui Li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nanopore_plasmid_pass.fastq.gz.length_dist.tx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149225"/>
            <a:ext cx="12124055" cy="6588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nanopore_plasmid_pass_clean.fastq.gz.length_dist.tx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35255"/>
            <a:ext cx="12089130" cy="6569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Methods for Nanopore Plasmid Analysis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quality control, filter out low quality/very short reads;</a:t>
            </a:r>
            <a:endParaRPr lang="en-US" altLang="zh-CN"/>
          </a:p>
          <a:p>
            <a:r>
              <a:rPr lang="en-US" altLang="zh-CN"/>
              <a:t>2. assembly and polish, get the consensus reads(long reads);</a:t>
            </a:r>
            <a:endParaRPr lang="en-US" altLang="zh-CN"/>
          </a:p>
          <a:p>
            <a:pPr lvl="1"/>
            <a:r>
              <a:rPr lang="en-US" altLang="zh-CN"/>
              <a:t>based on assembly pipeline;</a:t>
            </a:r>
            <a:endParaRPr lang="en-US" altLang="zh-CN"/>
          </a:p>
          <a:p>
            <a:pPr lvl="1"/>
            <a:endParaRPr lang="en-US" altLang="zh-CN"/>
          </a:p>
          <a:p>
            <a:r>
              <a:rPr lang="en-US" altLang="zh-CN"/>
              <a:t>3. find the location of all the reads (align to the assembled contigs, in current data, there are 5 plasmids)</a:t>
            </a:r>
            <a:endParaRPr lang="en-US" altLang="zh-CN"/>
          </a:p>
          <a:p>
            <a:pPr lvl="1"/>
            <a:r>
              <a:rPr lang="en-US" altLang="zh-CN" sz="1600"/>
              <a:t>every clean read try to map the best hit(assembled contig/</a:t>
            </a:r>
            <a:r>
              <a:rPr lang="en-US" altLang="zh-CN">
                <a:sym typeface="+mn-ea"/>
              </a:rPr>
              <a:t>plasmid</a:t>
            </a:r>
            <a:r>
              <a:rPr lang="en-US" altLang="zh-CN" sz="1600"/>
              <a:t>)</a:t>
            </a:r>
            <a:endParaRPr lang="en-US" altLang="zh-CN" sz="1600"/>
          </a:p>
          <a:p>
            <a:pPr lvl="1"/>
            <a:r>
              <a:rPr lang="en-US" altLang="zh-CN"/>
              <a:t>based on 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WPS 演示</Application>
  <PresentationFormat>宽屏</PresentationFormat>
  <Paragraphs>16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WPS</vt:lpstr>
      <vt:lpstr>Nanopore Plasmid Assembly</vt:lpstr>
      <vt:lpstr>PowerPoint 演示文稿</vt:lpstr>
      <vt:lpstr>PowerPoint 演示文稿</vt:lpstr>
      <vt:lpstr>Methods for Nanopore Plasmid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liqinghui</cp:lastModifiedBy>
  <cp:revision>170</cp:revision>
  <dcterms:created xsi:type="dcterms:W3CDTF">2025-07-04T11:00:18Z</dcterms:created>
  <dcterms:modified xsi:type="dcterms:W3CDTF">2025-07-04T11:00:18Z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6DA1275E895D266342B46768396DC9F3_43</vt:lpwstr>
  </property>
</Properties>
</file>