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	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z="4800"/>
              <a:t>Nanopore Plasmid Assembly</a:t>
            </a:r>
            <a:endParaRPr lang="en-US" altLang="zh-CN" sz="48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July 03, 2025</a:t>
            </a:r>
            <a:endParaRPr lang="en-US" altLang="zh-CN"/>
          </a:p>
          <a:p>
            <a:r>
              <a:rPr lang="en-US" altLang="zh-CN"/>
              <a:t>Qinghui Li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nanopore_plasmid_pass.fastq.gz.length_dist.tx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" y="149225"/>
            <a:ext cx="12124055" cy="65881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nanopore_plasmid_pass_clean.fastq.gz.length_dist.tx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" y="135255"/>
            <a:ext cx="12089130" cy="65690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Methods for Nanopore Plasmid Analysis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 quality control, filter out low quality/very short reads;</a:t>
            </a:r>
            <a:endParaRPr lang="en-US" altLang="zh-CN"/>
          </a:p>
          <a:p>
            <a:r>
              <a:rPr lang="en-US" altLang="zh-CN"/>
              <a:t>2. assembly and polish, get the consensus reads(long reads);</a:t>
            </a:r>
            <a:endParaRPr lang="en-US" altLang="zh-CN"/>
          </a:p>
          <a:p>
            <a:pPr lvl="1"/>
            <a:r>
              <a:rPr lang="en-US" altLang="zh-CN"/>
              <a:t>based on assembly pipeline “11.bacteria_assembly</a:t>
            </a:r>
            <a:r>
              <a:rPr lang="zh-CN" altLang="en-US"/>
              <a:t>”</a:t>
            </a:r>
            <a:r>
              <a:rPr lang="en-US" altLang="zh-CN"/>
              <a:t>;</a:t>
            </a:r>
            <a:endParaRPr lang="en-US" altLang="zh-CN"/>
          </a:p>
          <a:p>
            <a:pPr lvl="1"/>
            <a:endParaRPr lang="en-US" altLang="zh-CN"/>
          </a:p>
          <a:p>
            <a:r>
              <a:rPr lang="en-US" altLang="zh-CN"/>
              <a:t>3. find the location of all the reads (align to the assembled contigs, in current data, there are 5 plasmids)</a:t>
            </a:r>
            <a:endParaRPr lang="en-US" altLang="zh-CN"/>
          </a:p>
          <a:p>
            <a:pPr lvl="1"/>
            <a:r>
              <a:rPr lang="en-US" altLang="zh-CN" sz="1600"/>
              <a:t>every clean read try to map the best hit(assembled contig/</a:t>
            </a:r>
            <a:r>
              <a:rPr lang="en-US" altLang="zh-CN">
                <a:sym typeface="+mn-ea"/>
              </a:rPr>
              <a:t>plasmid</a:t>
            </a:r>
            <a:r>
              <a:rPr lang="en-US" altLang="zh-CN" sz="1600"/>
              <a:t>)</a:t>
            </a:r>
            <a:endParaRPr lang="en-US" altLang="zh-CN" sz="1600"/>
          </a:p>
          <a:p>
            <a:pPr lvl="1"/>
            <a:r>
              <a:rPr lang="en-US" altLang="zh-CN"/>
              <a:t>based on amplicon mutation pipeline “13.amplicon_mutation”;</a:t>
            </a:r>
            <a:endParaRPr lang="en-US" altLang="zh-CN"/>
          </a:p>
          <a:p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629650" y="1313815"/>
            <a:ext cx="3524250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/>
              <a:t>Raw FASTQ Files</a:t>
            </a:r>
            <a:endParaRPr lang="en-US" altLang="zh-CN" sz="1000"/>
          </a:p>
          <a:p>
            <a:r>
              <a:rPr lang="en-US" altLang="zh-CN" sz="1000"/>
              <a:t>    </a:t>
            </a:r>
            <a:r>
              <a:rPr lang="en-US" altLang="en-US" sz="1000"/>
              <a:t>↓</a:t>
            </a:r>
            <a:endParaRPr lang="en-US" altLang="en-US" sz="1000"/>
          </a:p>
          <a:p>
            <a:r>
              <a:rPr lang="en-US" altLang="zh-CN" sz="1000"/>
              <a:t>1. Quality Control (fastp)</a:t>
            </a:r>
            <a:endParaRPr lang="en-US" altLang="zh-CN" sz="1000"/>
          </a:p>
          <a:p>
            <a:r>
              <a:rPr lang="en-US" altLang="zh-CN" sz="1000"/>
              <a:t>    </a:t>
            </a:r>
            <a:r>
              <a:rPr lang="en-US" altLang="en-US" sz="1000"/>
              <a:t>↓</a:t>
            </a:r>
            <a:endParaRPr lang="en-US" altLang="en-US" sz="1000"/>
          </a:p>
          <a:p>
            <a:r>
              <a:rPr lang="en-US" altLang="zh-CN" sz="1000"/>
              <a:t>2. De novo Assembly (Unicycler)</a:t>
            </a:r>
            <a:endParaRPr lang="en-US" altLang="zh-CN" sz="1000"/>
          </a:p>
          <a:p>
            <a:r>
              <a:rPr lang="en-US" altLang="zh-CN" sz="1000"/>
              <a:t>    </a:t>
            </a:r>
            <a:r>
              <a:rPr lang="en-US" altLang="en-US" sz="1000"/>
              <a:t>↓</a:t>
            </a:r>
            <a:endParaRPr lang="en-US" altLang="en-US" sz="1000"/>
          </a:p>
          <a:p>
            <a:r>
              <a:rPr lang="en-US" altLang="zh-CN" sz="1000"/>
              <a:t>3. Assembly Quality Assessment (QUAST)</a:t>
            </a:r>
            <a:endParaRPr lang="en-US" altLang="zh-CN" sz="1000"/>
          </a:p>
          <a:p>
            <a:r>
              <a:rPr lang="en-US" altLang="zh-CN" sz="1000"/>
              <a:t>    </a:t>
            </a:r>
            <a:r>
              <a:rPr lang="en-US" altLang="en-US" sz="1000"/>
              <a:t>↓</a:t>
            </a:r>
            <a:endParaRPr lang="en-US" altLang="en-US" sz="1000"/>
          </a:p>
          <a:p>
            <a:r>
              <a:rPr lang="en-US" altLang="zh-CN" sz="1000"/>
              <a:t>4. Genome Annotation (Bakta)</a:t>
            </a:r>
            <a:endParaRPr lang="en-US" altLang="zh-CN" sz="1000"/>
          </a:p>
          <a:p>
            <a:r>
              <a:rPr lang="en-US" altLang="zh-CN" sz="1000"/>
              <a:t>    </a:t>
            </a:r>
            <a:r>
              <a:rPr lang="en-US" altLang="en-US" sz="1000"/>
              <a:t>↓</a:t>
            </a:r>
            <a:endParaRPr lang="en-US" altLang="en-US" sz="1000"/>
          </a:p>
          <a:p>
            <a:r>
              <a:rPr lang="en-US" altLang="zh-CN" sz="1000"/>
              <a:t>5. Report Generation (This Tool: </a:t>
            </a:r>
            <a:r>
              <a:rPr lang="en-US" altLang="zh-CN" sz="1000">
                <a:sym typeface="+mn-ea"/>
              </a:rPr>
              <a:t>11.bacteria_assembly</a:t>
            </a:r>
            <a:r>
              <a:rPr lang="en-US" altLang="zh-CN" sz="1000"/>
              <a:t>)</a:t>
            </a:r>
            <a:endParaRPr lang="en-US" altLang="zh-CN" sz="10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982980" y="2061845"/>
            <a:ext cx="1042670" cy="4445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raw reads</a:t>
            </a:r>
            <a:endParaRPr lang="en-US" altLang="zh-CN" sz="1200"/>
          </a:p>
        </p:txBody>
      </p:sp>
      <p:sp>
        <p:nvSpPr>
          <p:cNvPr id="5" name="圆角矩形 4"/>
          <p:cNvSpPr/>
          <p:nvPr/>
        </p:nvSpPr>
        <p:spPr>
          <a:xfrm>
            <a:off x="2384425" y="2061845"/>
            <a:ext cx="1042670" cy="4445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clean reads</a:t>
            </a:r>
            <a:endParaRPr lang="en-US" altLang="zh-CN" sz="1200"/>
          </a:p>
        </p:txBody>
      </p:sp>
      <p:sp>
        <p:nvSpPr>
          <p:cNvPr id="6" name="圆角矩形 5"/>
          <p:cNvSpPr/>
          <p:nvPr/>
        </p:nvSpPr>
        <p:spPr>
          <a:xfrm>
            <a:off x="3785870" y="2061210"/>
            <a:ext cx="1505585" cy="4451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de novo assembly</a:t>
            </a:r>
            <a:endParaRPr lang="en-US" altLang="zh-CN" sz="1200"/>
          </a:p>
          <a:p>
            <a:pPr algn="ctr"/>
            <a:r>
              <a:rPr lang="en-US" altLang="zh-CN" sz="1200"/>
              <a:t>(Unicycler)</a:t>
            </a:r>
            <a:endParaRPr lang="en-US" altLang="zh-CN" sz="1200"/>
          </a:p>
        </p:txBody>
      </p:sp>
      <p:sp>
        <p:nvSpPr>
          <p:cNvPr id="7" name="圆角矩形 6"/>
          <p:cNvSpPr/>
          <p:nvPr/>
        </p:nvSpPr>
        <p:spPr>
          <a:xfrm>
            <a:off x="6102985" y="2061210"/>
            <a:ext cx="1042670" cy="4445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ym typeface="+mn-ea"/>
              </a:rPr>
              <a:t>Annotated plasmid</a:t>
            </a:r>
            <a:endParaRPr lang="en-US" altLang="zh-CN" sz="12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WPS 文字</Application>
  <PresentationFormat>宽屏</PresentationFormat>
  <Paragraphs>37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liqinghui</cp:lastModifiedBy>
  <cp:revision>176</cp:revision>
  <dcterms:created xsi:type="dcterms:W3CDTF">2025-07-03T14:52:28Z</dcterms:created>
  <dcterms:modified xsi:type="dcterms:W3CDTF">2025-07-03T14:52:28Z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C2D57A4796093A42C48F6668DAC13CD7_41</vt:lpwstr>
  </property>
</Properties>
</file>